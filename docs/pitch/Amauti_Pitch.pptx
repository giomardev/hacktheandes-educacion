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0:00-0:13 Augusto. Hook: 375 alumnos cada 24h. ¿Fue el día que dejaron de ir, o mucho antes?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0:13-0:44 Augusto. Punto ciego de 60 días. Sistemas del Estado = autopsias. El docente está ahogado en trámites; solo tiene WhatsApp.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0:44-1:08 Augusto. Con un mensaje o audio de 10s en WhatsApp, el docente registra avances en 1° A validados contra su lista oficial y detona en el acto la alerta temprana por las 4 faltas de Nayeli Cachique. Pase a Xander para ver cómo se atiende el caso de Nayeli en la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1:08-2:10 Xander. Web en vivo. 1) Hoy/Alertas: la alerta de Nayeli que nació en WhatsApp ya está aquí con plazo de 48h. 2) Atender caso (Nayeli): bitácora, mensaje a familia, plan de apoyo cifrado. 3) Panorama/Reportes sin Excel extra.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2:10-2:35 Xander. 5 microservicios NestJS, schemas aislados en PostgreSQL, RBAC con JWKS, alertas deterministas, AES-256, SHA-256.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2:35-3:00 Xander. Reglas deterministas configurables; enfoque en liberar tiempo del docente; siguiente paso: planes de nivelación.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375</a:t>
            </a:r>
            <a:endParaRPr lang="en-US" sz="22000" dirty="0"/>
          </a:p>
        </p:txBody>
      </p:sp>
      <p:sp>
        <p:nvSpPr>
          <p:cNvPr id="3" name="Text 1"/>
          <p:cNvSpPr/>
          <p:nvPr/>
        </p:nvSpPr>
        <p:spPr>
          <a:xfrm>
            <a:off x="548640" y="37490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B4B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alumnos abandonan el colegio</a:t>
            </a:r>
            <a:endParaRPr lang="en-US" sz="4000" dirty="0"/>
          </a:p>
          <a:p>
            <a:pPr indent="0" marL="0">
              <a:buNone/>
            </a:pPr>
            <a:r>
              <a:rPr lang="en-US" sz="4000" dirty="0">
                <a:solidFill>
                  <a:srgbClr val="B4B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24 horas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minuto los perdimos?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B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AMAUTI · Futuro Agéntico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1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CIEGO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20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sin que nadie lo vea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49377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autopsias, no rescates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309360" y="1097280"/>
            <a:ext cx="530352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5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0" y="1463040"/>
            <a:ext cx="548640" cy="548640"/>
          </a:xfrm>
          <a:prstGeom prst="ellipse">
            <a:avLst/>
          </a:prstGeom>
          <a:solidFill>
            <a:srgbClr val="E6A316"/>
          </a:solidFill>
          <a:ln w="12700">
            <a:solidFill>
              <a:srgbClr val="E6A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406640" y="109728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 en matemáticas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6309360" y="2651760"/>
            <a:ext cx="530352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5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0" y="3017520"/>
            <a:ext cx="548640" cy="548640"/>
          </a:xfrm>
          <a:prstGeom prst="ellipse">
            <a:avLst/>
          </a:prstGeom>
          <a:solidFill>
            <a:srgbClr val="F0633B"/>
          </a:solidFill>
          <a:ln w="12700">
            <a:solidFill>
              <a:srgbClr val="F063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406640" y="265176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Empieza a faltar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6309360" y="4206240"/>
            <a:ext cx="530352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5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0" y="4572000"/>
            <a:ext cx="548640" cy="54864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4572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406640" y="420624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apaga en el salón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309360" y="57607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solo… con WhatsApp en el bolsillo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AMAUTI · Futuro Agéntico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Amauti: del aula al rescate en 10 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93776" y="1133856"/>
            <a:ext cx="2304288" cy="4965192"/>
          </a:xfrm>
          <a:prstGeom prst="roundRect">
            <a:avLst>
              <a:gd name="adj" fmla="val 4762"/>
            </a:avLst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</p:sp>
      <p:pic>
        <p:nvPicPr>
          <p:cNvPr id="4" name="Image 0" descr="D:\Augusto\personal_portfolio\hacktheandes-educacion\docs\pitch\assets\wa-bitaco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2194560" cy="485546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962656" y="1133856"/>
            <a:ext cx="2304288" cy="4965192"/>
          </a:xfrm>
          <a:prstGeom prst="roundRect">
            <a:avLst>
              <a:gd name="adj" fmla="val 4762"/>
            </a:avLst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</p:sp>
      <p:pic>
        <p:nvPicPr>
          <p:cNvPr id="6" name="Image 1" descr="D:\Augusto\personal_portfolio\hacktheandes-educacion\docs\pitch\assets\wa-aler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188720"/>
            <a:ext cx="2194560" cy="48554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577840" y="1188720"/>
            <a:ext cx="6035040" cy="146304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1E5EB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852160" y="1600200"/>
            <a:ext cx="640080" cy="640080"/>
          </a:xfrm>
          <a:prstGeom prst="ellipse">
            <a:avLst/>
          </a:prstGeom>
          <a:solidFill>
            <a:srgbClr val="2B8A3E"/>
          </a:solidFill>
          <a:ln w="12700">
            <a:solidFill>
              <a:srgbClr val="2B8A3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85216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720840" y="13716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validada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6720840" y="1901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avances (Lucero, Huamán) y valida la lista oficial de 1° A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577840" y="2880360"/>
            <a:ext cx="6035040" cy="1463040"/>
          </a:xfrm>
          <a:prstGeom prst="roundRect">
            <a:avLst>
              <a:gd name="adj" fmla="val 9375"/>
            </a:avLst>
          </a:prstGeom>
          <a:solidFill>
            <a:srgbClr val="FFEEF0"/>
          </a:solidFill>
          <a:ln w="12700">
            <a:solidFill>
              <a:srgbClr val="E1E5E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852160" y="329184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852160" y="3291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6720840" y="30632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al instante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6720840" y="359359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faltas de Nayeli ➔ Abre caso de riesgo alto en el acto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577840" y="4572000"/>
            <a:ext cx="6035040" cy="1463040"/>
          </a:xfrm>
          <a:prstGeom prst="roundRect">
            <a:avLst>
              <a:gd name="adj" fmla="val 9375"/>
            </a:avLst>
          </a:prstGeom>
          <a:solidFill>
            <a:srgbClr val="E6EEF5"/>
          </a:solidFill>
          <a:ln w="12700">
            <a:solidFill>
              <a:srgbClr val="E1E5EB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852160" y="4983480"/>
            <a:ext cx="640080" cy="640080"/>
          </a:xfrm>
          <a:prstGeom prst="ellipse">
            <a:avLst/>
          </a:prstGeom>
          <a:solidFill>
            <a:srgbClr val="003876"/>
          </a:solidFill>
          <a:ln w="12700">
            <a:solidFill>
              <a:srgbClr val="00387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85216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6"/>
          <p:cNvSpPr/>
          <p:nvPr/>
        </p:nvSpPr>
        <p:spPr>
          <a:xfrm>
            <a:off x="6720840" y="47548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papeleo extra</a:t>
            </a: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6720840" y="528523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UGEL y MINEDU sincronizados en tiempo real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AMAUTI · Futuro Agéntico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38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9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amauti.keoit.com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3200400"/>
            <a:ext cx="3474720" cy="237744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3832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1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· Alertas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297680" y="3200400"/>
            <a:ext cx="3474720" cy="237744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3832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1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72000" y="42062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Nayeli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72000" y="4846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· Bitácora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046720" y="3200400"/>
            <a:ext cx="3474720" cy="237744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33832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1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321040" y="42062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MINEDU / UGEL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321040" y="4846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· Reportes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microservicios independientes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NestJS · PostgreSQL con esquemas aislados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0574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00387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ms-auth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· JWKS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788920" y="2286000"/>
            <a:ext cx="20574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00387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ms-siagie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788920" y="3291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Académico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29200" y="2286000"/>
            <a:ext cx="20574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00387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0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ms-alerta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029200" y="3291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269480" y="2286000"/>
            <a:ext cx="20574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00387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69480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ms-simon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269480" y="3291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509760" y="2286000"/>
            <a:ext cx="20574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00387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09760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38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ms-escale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509760" y="3291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Estadística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5394960" cy="1188720"/>
          </a:xfrm>
          <a:prstGeom prst="roundRect">
            <a:avLst>
              <a:gd name="adj" fmla="val 11538"/>
            </a:avLst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7548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3200400" y="475488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4B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diagnósticos cifrados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217920" y="4754880"/>
            <a:ext cx="5394960" cy="1188720"/>
          </a:xfrm>
          <a:prstGeom prst="roundRect">
            <a:avLst>
              <a:gd name="adj" fmla="val 11538"/>
            </a:avLst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47548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869680" y="475488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4B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verificados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AMAUTI · Futuro Agéntico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claras,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cajas negras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4B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alerta es auditable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92240" y="5486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D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92240" y="1097280"/>
            <a:ext cx="5120640" cy="2560320"/>
          </a:xfrm>
          <a:prstGeom prst="roundRect">
            <a:avLst>
              <a:gd name="adj" fmla="val 7143"/>
            </a:avLst>
          </a:prstGeom>
          <a:solidFill>
            <a:srgbClr val="2B8A3E"/>
          </a:solidFill>
          <a:ln w="12700">
            <a:solidFill>
              <a:srgbClr val="2B8A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0" y="109728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de nivelación y tutoría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47548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Amauti, cada día en el aula cuenta.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4B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gracias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Amauti - Pitch</dc:title>
  <dc:subject>PptxGenJS Presentation</dc:subject>
  <dc:creator>PptxGenJS</dc:creator>
  <cp:lastModifiedBy>PptxGenJS</cp:lastModifiedBy>
  <cp:revision>1</cp:revision>
  <dcterms:created xsi:type="dcterms:W3CDTF">2026-10-18T13:20:44Z</dcterms:created>
  <dcterms:modified xsi:type="dcterms:W3CDTF">2026-10-18T13:20:44Z</dcterms:modified>
</cp:coreProperties>
</file>