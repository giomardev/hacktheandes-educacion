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0:00-0:13 Augusto. Hook: 375 alumnos cada 24h. ¿Fue el día que dejaron de ir, o mucho antes?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0:13-0:44 Augusto. Punto ciego de 60 días. Sistemas del Estado = autopsias. El docente está ahogado en trámites; solo tiene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0:44-1:08 Augusto. Amauti cierra el ciclo señal -&gt; rescate. Tres pilares. Pase a Xander.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1:08-2:10 Xander. Web en vivo. 1) Hoy/Alertas: 5 alumnos, plazo 48h. 2) Atender caso (Nayeli): bitácora, mensaje a familia, plan de apoyo cifrado. 3) Panorama/Reportes sin Excel extra.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2:10-2:35 Xander. 5 microservicios NestJS, schemas aislados en PostgreSQL, RBAC con JWKS, alertas deterministas, AES-256, SHA-256.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2:35-3:00 Xander. Reglas deterministas configurables; enfoque en liberar tiempo del docente; siguiente paso: planes de nivelación.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B4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 abandonan el colegio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B4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24 horas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minuto los perdimos?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AMAUTI · Futuro Agéntico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1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CIEGO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sin que nadie lo vea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autopsias, no rescates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309360" y="1097280"/>
            <a:ext cx="53035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463040"/>
            <a:ext cx="548640" cy="548640"/>
          </a:xfrm>
          <a:prstGeom prst="ellipse">
            <a:avLst/>
          </a:prstGeom>
          <a:solidFill>
            <a:srgbClr val="E6A316"/>
          </a:solidFill>
          <a:ln w="12700">
            <a:solidFill>
              <a:srgbClr val="E6A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06640" y="10972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en matemáticas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309360" y="2651760"/>
            <a:ext cx="53035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017520"/>
            <a:ext cx="548640" cy="548640"/>
          </a:xfrm>
          <a:prstGeom prst="ellipse">
            <a:avLst/>
          </a:prstGeom>
          <a:solidFill>
            <a:srgbClr val="F0633B"/>
          </a:solidFill>
          <a:ln w="12700">
            <a:solidFill>
              <a:srgbClr val="F063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06640" y="26517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a faltar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309360" y="4206240"/>
            <a:ext cx="53035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457200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06640" y="42062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apaga en el salón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57607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solo… con WhatsApp en el bolsillo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AMAUTI · Futuro Agéntico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audio de 10 s al rescate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926080" cy="3291840"/>
          </a:xfrm>
          <a:prstGeom prst="roundRect">
            <a:avLst>
              <a:gd name="adj" fmla="val 6250"/>
            </a:avLst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945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en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52044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2286000" cy="3291840"/>
          </a:xfrm>
          <a:prstGeom prst="roundRect">
            <a:avLst>
              <a:gd name="adj" fmla="val 8000"/>
            </a:avLst>
          </a:prstGeom>
          <a:solidFill>
            <a:srgbClr val="E6EEF5"/>
          </a:solidFill>
          <a:ln w="12700">
            <a:solidFill>
              <a:srgbClr val="E6E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1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34340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4340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12280" y="1828800"/>
            <a:ext cx="2286000" cy="3291840"/>
          </a:xfrm>
          <a:prstGeom prst="roundRect">
            <a:avLst>
              <a:gd name="adj" fmla="val 8000"/>
            </a:avLst>
          </a:prstGeom>
          <a:solidFill>
            <a:srgbClr val="E6EEF5"/>
          </a:solidFill>
          <a:ln w="12700">
            <a:solidFill>
              <a:srgbClr val="E6E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1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81228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1228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observaciones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281160" y="1828800"/>
            <a:ext cx="2286000" cy="3291840"/>
          </a:xfrm>
          <a:prstGeom prst="roundRect">
            <a:avLst>
              <a:gd name="adj" fmla="val 8000"/>
            </a:avLst>
          </a:prstGeom>
          <a:solidFill>
            <a:srgbClr val="E6EEF5"/>
          </a:solidFill>
          <a:ln w="12700">
            <a:solidFill>
              <a:srgbClr val="E6EE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1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28116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28116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 en riesgo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· UGEL · Ministerio sincronizados en tiempo real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AMAUTI · Futuro Agéntico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8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amauti.keoit.com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3474720" cy="2377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3832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1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Alertas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97680" y="3200400"/>
            <a:ext cx="3474720" cy="2377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3832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1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0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· Bitácora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46720" y="3200400"/>
            <a:ext cx="3474720" cy="2377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33832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1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21040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MINEDU / UGEL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2104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· Reportes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microservicios independientes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· PostgreSQL con esquemas aislados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0574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0038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ms-auth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JWKS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88920" y="2286000"/>
            <a:ext cx="20574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0038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2560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ms-siagie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8892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2286000"/>
            <a:ext cx="20574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0038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560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ms-alerta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69480" y="2286000"/>
            <a:ext cx="20574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0038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560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ms-simon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6948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09760" y="2286000"/>
            <a:ext cx="20574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0038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560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ms-escale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50976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548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200400" y="47548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diagnósticos cifrados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17920" y="475488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7548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869680" y="47548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verificados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AMAUTI · Futuro Agéntico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claras,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cajas negras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4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es auditable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92240" y="548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D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92240" y="1097280"/>
            <a:ext cx="5120640" cy="2560320"/>
          </a:xfrm>
          <a:prstGeom prst="roundRect">
            <a:avLst>
              <a:gd name="adj" fmla="val 7143"/>
            </a:avLst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109728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nivelación y tutoría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Amauti, cada día en el aula cuenta.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4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gracias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Amauti - Pitch</dc:title>
  <dc:subject>PptxGenJS Presentation</dc:subject>
  <dc:creator>PptxGenJS</dc:creator>
  <cp:lastModifiedBy>PptxGenJS</cp:lastModifiedBy>
  <cp:revision>1</cp:revision>
  <dcterms:created xsi:type="dcterms:W3CDTF">2026-10-18T12:22:00Z</dcterms:created>
  <dcterms:modified xsi:type="dcterms:W3CDTF">2026-10-18T12:22:00Z</dcterms:modified>
</cp:coreProperties>
</file>